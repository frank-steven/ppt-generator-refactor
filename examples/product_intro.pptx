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PPT生成器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/>
          <a:p>
            <a:r>
              <a:t>基于Markdown的自动化演示文稿生成工具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产品概述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/>
          <a:p>
            <a:r>
              <a:t/>
            </a:r>
            <a:r>
              <a:t>PPT生成器</a:t>
            </a:r>
            <a:r>
              <a:t>是一款基于Markdown的自动化演示文稿生成工具，采用</a:t>
            </a:r>
            <a:r>
              <a:t>函数式编程范式</a:t>
            </a:r>
            <a:r>
              <a:t>设计。</a:t>
            </a:r>
          </a:p>
          <a:p>
            <a:pPr lvl="1"/>
            <a:r>
              <a:t>支持丰富的Markdown语法解析</a:t>
            </a:r>
          </a:p>
          <a:p>
            <a:pPr lvl="1"/>
            <a:r>
              <a:t>智能匹配PPT模板布局</a:t>
            </a:r>
          </a:p>
          <a:p>
            <a:pPr lvl="1"/>
            <a:r>
              <a:t>批量生成演示文稿</a:t>
            </a:r>
          </a:p>
          <a:p>
            <a:pPr lvl="1"/>
            <a:r>
              <a:t>命令行与API双接口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核心功能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技术特性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/>
          <a:p>
            <a:r>
              <a:t>函数式架构</a:t>
            </a:r>
          </a:p>
          <a:p>
            <a:pPr lvl="1"/>
            <a:r>
              <a:t/>
            </a:r>
            <a:r>
              <a:t>纯函数管道</a:t>
            </a:r>
            <a:r>
              <a:t>：解析、验证、匹配完全分离</a:t>
            </a:r>
          </a:p>
          <a:p>
            <a:pPr lvl="1"/>
            <a:r>
              <a:t/>
            </a:r>
            <a:r>
              <a:t>不可变数据</a:t>
            </a:r>
            <a:r>
              <a:t>：所有模型使用 </a:t>
            </a:r>
          </a:p>
          <a:p>
            <a:pPr lvl="1"/>
            <a:r>
              <a:t/>
            </a:r>
            <a:r>
              <a:t>错误作为值</a:t>
            </a:r>
            <a:r>
              <a:t>：使用 </a:t>
            </a:r>
            <a:r>
              <a:t> 类型处理错误</a:t>
            </a:r>
          </a:p>
          <a:p>
            <a:pPr lvl="1"/>
            <a:r>
              <a:t/>
            </a:r>
            <a:r>
              <a:t>依赖注入</a:t>
            </a:r>
            <a:r>
              <a:t>：支持自定义解析器和匹配器</a:t>
            </a:r>
          </a:p>
          <a:p>
            <a:r>
              <a:t>完整的错误处理</a:t>
            </a:r>
          </a:p>
          <a:p>
            <a:pPr lvl="1"/>
            <a:r>
              <a:t>完整的异常层次结构</a:t>
            </a:r>
          </a:p>
          <a:p>
            <a:pPr lvl="1"/>
            <a:r>
              <a:t>铁路式错误传播</a:t>
            </a:r>
          </a:p>
          <a:p>
            <a:pPr lvl="1"/>
            <a:r>
              <a:t>优雅的降级处理</a:t>
            </a:r>
          </a:p>
          <a:p>
            <a:pPr lvl="1"/>
            <a:r>
              <a:t>详细的错误日志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布局匹配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r>
              <a:t>系统能够根据内容自动推断最合适的布局：</a:t>
            </a:r>
          </a:p>
          <a:p>
            <a:pPr lvl="1"/>
            <a:r>
              <a:t/>
            </a:r>
            <a:r>
              <a:t>标题页</a:t>
            </a:r>
            <a:r>
              <a:t>：第一张幻灯片自动使用 Title Slide 布局</a:t>
            </a:r>
          </a:p>
          <a:p>
            <a:pPr lvl="1"/>
            <a:r>
              <a:t/>
            </a:r>
            <a:r>
              <a:t>章节标题</a:t>
            </a:r>
            <a:r>
              <a:t>：使用 Section Header 布局</a:t>
            </a:r>
          </a:p>
          <a:p>
            <a:pPr lvl="1"/>
            <a:r>
              <a:t/>
            </a:r>
            <a:r>
              <a:t>内容页</a:t>
            </a:r>
            <a:r>
              <a:t>：使用 Title and Content 布局</a:t>
            </a:r>
          </a:p>
          <a:p>
            <a:pPr lvl="1"/>
            <a:r>
              <a:t/>
            </a:r>
            <a:r>
              <a:t>多栏内容</a:t>
            </a:r>
            <a:r>
              <a:t>：使用 Two Content 布局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预渲染管线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  <a:p>
            <a:r>
              <a:t>支持代码高亮、Mermaid图表和LaTeX公式的图片预渲染。</a:t>
            </a:r>
          </a:p>
          <a:p>
            <a:r>
              <a:t>def generate_ppt(text, template):</a:t>
            </a:r>
            <a:br/>
            <a:r>
              <a:t>    slide_specs = parse(text)</a:t>
            </a:r>
            <a:br/>
            <a:r>
              <a:t>    layouts = extract(template)</a:t>
            </a:r>
            <a:br/>
            <a:r>
              <a:t>    return render(slide_specs, layouts)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优势对比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结语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/>
          <a:p>
            <a:r>
              <a:t>感谢您使用PPT生成器！</a:t>
            </a:r>
          </a:p>
          <a:p>
            <a:pPr lvl="1"/>
            <a:r>
              <a:t>项目主页: https://github.com/ppt-generator</a:t>
            </a:r>
          </a:p>
          <a:p>
            <a:pPr lvl="1"/>
            <a:r>
              <a:t>文档地址: https://ppt-generator.readthedocs.io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PPT生成器 - 产品介绍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