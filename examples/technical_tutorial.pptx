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Python函数式编程入门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/>
          <a:p>
            <a:r>
              <a:t>从基础到实战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函数式编程基础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/>
          <a:p>
            <a:r>
              <a:t/>
            </a:r>
            <a:r>
              <a:t>函数式编程</a:t>
            </a:r>
            <a:r>
              <a:t>是一种编程范式，强调使用纯函数和不可变数据。</a:t>
            </a:r>
          </a:p>
          <a:p>
            <a:r>
              <a:t>核心概念：</a:t>
            </a:r>
          </a:p>
          <a:p>
            <a:pPr lvl="1"/>
            <a:r>
              <a:t/>
            </a:r>
            <a:r>
              <a:t>纯函数</a:t>
            </a:r>
            <a:r>
              <a:t>：输入相同则输出相同，无副作用</a:t>
            </a:r>
          </a:p>
          <a:p>
            <a:pPr lvl="1"/>
            <a:r>
              <a:t/>
            </a:r>
            <a:r>
              <a:t>不可变数据</a:t>
            </a:r>
            <a:r>
              <a:t>：数据创建后不可修改</a:t>
            </a:r>
          </a:p>
          <a:p>
            <a:pPr lvl="1"/>
            <a:r>
              <a:t/>
            </a:r>
            <a:r>
              <a:t>函数组合</a:t>
            </a:r>
            <a:r>
              <a:t>：将多个函数组合成新函数</a:t>
            </a:r>
          </a:p>
          <a:p>
            <a:pPr lvl="1"/>
            <a:r>
              <a:t/>
            </a:r>
            <a:r>
              <a:t>声明式编程</a:t>
            </a:r>
            <a:r>
              <a:t>：描述"做什么"而非"怎么做"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核心概念详解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/>
          <a:p>
            <a:r>
              <a:t>Lambda表达式</a:t>
            </a:r>
          </a:p>
          <a:p>
            <a:r>
              <a:t># 匿名函数</a:t>
            </a:r>
            <a:br/>
            <a:r>
              <a:t>add = lambda x, y: x + y</a:t>
            </a:r>
            <a:br/>
            <a:r>
              <a:t>result = add(3, 5)  # 8</a:t>
            </a:r>
          </a:p>
          <a:p>
            <a:r>
              <a:t>Map/Filter/Reduce</a:t>
            </a:r>
          </a:p>
          <a:p>
            <a:r>
              <a:t>numbers = [1, 2, 3, 4, 5]</a:t>
            </a:r>
            <a:br/>
            <a:br/>
            <a:r>
              <a:t># Map: 转换每个元素</a:t>
            </a:r>
            <a:br/>
            <a:r>
              <a:t>squares = list(map(lambda x: x ** 2, numbers))  # [1, 4, 9, 16, 25]</a:t>
            </a:r>
            <a:br/>
            <a:br/>
            <a:r>
              <a:t># Filter: 筛选元素</a:t>
            </a:r>
            <a:br/>
            <a:r>
              <a:t>evens = list(filter(lambda x: x % 2 == 0, numbers))  # [2, 4]</a:t>
            </a:r>
            <a:br/>
            <a:br/>
            <a:r>
              <a:t># Reduce: 累积计算</a:t>
            </a:r>
            <a:br/>
            <a:r>
              <a:t>from functools import reduce</a:t>
            </a:r>
            <a:br/>
            <a:r>
              <a:t>total = reduce(lambda a, b: a + b, numbers)  #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列表推导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r>
              <a:t>列表推导是Python中函数式编程的利器：</a:t>
            </a:r>
          </a:p>
          <a:p>
            <a:r>
              <a:t># 基础语法</a:t>
            </a:r>
            <a:br/>
            <a:r>
              <a:t>squares = [x ** 2 for x in range(10)]</a:t>
            </a:r>
            <a:br/>
            <a:br/>
            <a:r>
              <a:t># 带条件的列表推导</a:t>
            </a:r>
            <a:br/>
            <a:r>
              <a:t>even_squares = [x ** 2 for x in range(10) if x % 2 == 0]</a:t>
            </a:r>
            <a:br/>
            <a:br/>
            <a:r>
              <a:t># 嵌套列表推导</a:t>
            </a:r>
            <a:br/>
            <a:r>
              <a:t>matrix = [[1, 2], [3, 4]]</a:t>
            </a:r>
            <a:br/>
            <a:r>
              <a:t>flattened = [x for row in matrix for x in row]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生成器与惰性计算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/>
          <a:p>
            <a:r>
              <a:t># 生成器表达式</a:t>
            </a:r>
            <a:br/>
            <a:r>
              <a:t>gen = (x ** 2 for x in range(1000000))</a:t>
            </a:r>
            <a:br/>
            <a:br/>
            <a:r>
              <a:t># 生成器函数</a:t>
            </a:r>
            <a:br/>
            <a:r>
              <a:t>def fibonacci():</a:t>
            </a:r>
            <a:br/>
            <a:r>
              <a:t>    a, b = 0, 1</a:t>
            </a:r>
            <a:br/>
            <a:r>
              <a:t>    while True:</a:t>
            </a:r>
            <a:br/>
            <a:r>
              <a:t>        yield a</a:t>
            </a:r>
            <a:br/>
            <a:r>
              <a:t>        a, b = b, a + b</a:t>
            </a:r>
            <a:br/>
            <a:br/>
            <a:r>
              <a:t># 使用生成器</a:t>
            </a:r>
            <a:br/>
            <a:r>
              <a:t>for num in fibonacci():</a:t>
            </a:r>
            <a:br/>
            <a:r>
              <a:t>    if num &gt; 100:</a:t>
            </a:r>
            <a:br/>
            <a:r>
              <a:t>        break</a:t>
            </a:r>
            <a:br/>
            <a:r>
              <a:t>    print(num)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优势与适用场景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/>
          <a:p>
            <a:r>
              <a:t/>
            </a:r>
            <a:r>
              <a:t>优势：</a:t>
            </a:r>
            <a:r>
              <a:t/>
            </a:r>
          </a:p>
          <a:p>
            <a:pPr lvl="1"/>
            <a:r>
              <a:t>代码更简洁</a:t>
            </a:r>
          </a:p>
          <a:p>
            <a:pPr lvl="1"/>
            <a:r>
              <a:t>易于测试和调试</a:t>
            </a:r>
          </a:p>
          <a:p>
            <a:pPr lvl="1"/>
            <a:r>
              <a:t>天然支持并行处理</a:t>
            </a:r>
          </a:p>
          <a:p>
            <a:pPr lvl="1"/>
            <a:r>
              <a:t>适合数据处理和管道操作</a:t>
            </a:r>
          </a:p>
          <a:p>
            <a:r>
              <a:t/>
            </a:r>
            <a:r>
              <a:t>适用场景：</a:t>
            </a:r>
            <a:r>
              <a:t/>
            </a:r>
          </a:p>
          <a:p>
            <a:pPr lvl="1"/>
            <a:r>
              <a:t>数据转换和处理</a:t>
            </a:r>
          </a:p>
          <a:p>
            <a:pPr lvl="1"/>
            <a:r>
              <a:t>事件驱动编程</a:t>
            </a:r>
          </a:p>
          <a:p>
            <a:pPr lvl="1"/>
            <a:r>
              <a:t>并发编程</a:t>
            </a:r>
          </a:p>
          <a:p>
            <a:pPr lvl="1"/>
            <a:r>
              <a:t>管道处理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/>
          <a:p>
            <a:r>
              <a:t>函数式编程为Python带来了新的编程视角。</a:t>
            </a:r>
          </a:p>
          <a:p>
            <a:pPr lvl="1"/>
            <a:r>
              <a:t/>
            </a:r>
            <a:r>
              <a:t>学习曲线平缓</a:t>
            </a:r>
            <a:r>
              <a:t>：与Python无缝融合</a:t>
            </a:r>
          </a:p>
          <a:p>
            <a:pPr lvl="1"/>
            <a:r>
              <a:t/>
            </a:r>
            <a:r>
              <a:t>与面向对象互补</a:t>
            </a:r>
            <a:r>
              <a:t>：可混合使用</a:t>
            </a:r>
          </a:p>
          <a:p>
            <a:pPr lvl="1"/>
            <a:r>
              <a:t/>
            </a:r>
            <a:r>
              <a:t>在数据分析领域广泛应用</a:t>
            </a:r>
            <a:r>
              <a:t>：pandas、PySpark等</a:t>
            </a:r>
          </a:p>
          <a:p>
            <a:r>
              <a:t/>
            </a:r>
            <a:r>
              <a:t>推荐资源：</a:t>
            </a:r>
            <a:r>
              <a:t/>
            </a:r>
          </a:p>
          <a:p>
            <a:pPr lvl="1"/>
            <a:r>
              <a:t> 模块文档</a:t>
            </a:r>
          </a:p>
          <a:p>
            <a:pPr lvl="1"/>
            <a:r>
              <a:t> 模块文档</a:t>
            </a:r>
          </a:p>
          <a:p>
            <a:pPr lvl="1"/>
            <a:r>
              <a:t> 库：函数式编程工具库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Python函数式编程入门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