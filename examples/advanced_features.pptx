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高级功能演示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/>
          <a:p>
            <a:r>
              <a:t>代码高亮 · Mermaid图表 · LaTeX公式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代码高亮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/>
          <a:p>
            <a:r>
              <a:t>支持多种编程语言的语法高亮：</a:t>
            </a:r>
          </a:p>
        </p:txBody>
      </p:sp>
      <p:pic>
        <p:nvPicPr>
          <p:cNvPr id="4" name="Picture 3" descr="baf721c953d94ba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886200"/>
            <a:ext cx="6400800" cy="1752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JavaScript示例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1f19da90d646d8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886200"/>
            <a:ext cx="6400800" cy="1752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流程图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e9e37dcb8bd4a7f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886200"/>
            <a:ext cx="6400800" cy="1752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序列图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e35e58448005488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886200"/>
            <a:ext cx="6400800" cy="1752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类图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9faa357213e15a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886200"/>
            <a:ext cx="6400800" cy="1752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状态图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a444d10a0cdd44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886200"/>
            <a:ext cx="6400800" cy="1752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LaTeX数学公式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/>
          <a:p>
            <a:r>
              <a:t>基础公式</a:t>
            </a:r>
          </a:p>
          <a:p>
            <a:r>
              <a:t>欧拉公式：$e^{i\pi} + 1 = 0$</a:t>
            </a:r>
          </a:p>
          <a:p>
            <a:r>
              <a:t>勾股定理：$a^2 + b^2 = c^2$</a:t>
            </a:r>
          </a:p>
          <a:p>
            <a:r>
              <a:t>求和公式</a:t>
            </a:r>
          </a:p>
          <a:p>
            <a:r>
              <a:t>积分公式</a:t>
            </a:r>
          </a:p>
          <a:p>
            <a:r>
              <a:t>矩阵</a:t>
            </a:r>
          </a:p>
          <a:p>
            <a:r>
              <a:t>$A = \begin{bmatrix}</a:t>
            </a:r>
            <a:r>
              <a:t>1 &amp; 2 &amp; 3 \</a:t>
            </a:r>
            <a:r>
              <a:t>4 &amp; 5 &amp; 6 \</a:t>
            </a:r>
            <a:r>
              <a:t>7 &amp; 8 &amp; 9</a:t>
            </a:r>
            <a:r>
              <a:t>\end{bmatrix}$</a:t>
            </a:r>
          </a:p>
          <a:p>
            <a:r>
              <a:t>行列式：$\det(A) = \begin{vmatrix}</a:t>
            </a:r>
            <a:r>
              <a:t>a &amp; b \</a:t>
            </a:r>
            <a:r>
              <a:t>c &amp; d</a:t>
            </a:r>
            <a:r>
              <a:t>\end{vmatrix} = ad - bc$</a:t>
            </a:r>
          </a:p>
        </p:txBody>
      </p:sp>
      <p:pic>
        <p:nvPicPr>
          <p:cNvPr id="4" name="Picture 3" descr="a0257ee4f5d199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886200"/>
            <a:ext cx="6400800" cy="1752600"/>
          </a:xfrm>
          <a:prstGeom prst="rect">
            <a:avLst/>
          </a:prstGeom>
        </p:spPr>
      </p:pic>
      <p:pic>
        <p:nvPicPr>
          <p:cNvPr id="5" name="Picture 4" descr="53fbbb4b96c7485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886200"/>
            <a:ext cx="6400800" cy="1752600"/>
          </a:xfrm>
          <a:prstGeom prst="rect">
            <a:avLst/>
          </a:prstGeom>
        </p:spPr>
      </p:pic>
      <p:pic>
        <p:nvPicPr>
          <p:cNvPr id="6" name="Picture 5" descr="009aa3df6807060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3886200"/>
            <a:ext cx="6400800" cy="1752600"/>
          </a:xfrm>
          <a:prstGeom prst="rect">
            <a:avLst/>
          </a:prstGeom>
        </p:spPr>
      </p:pic>
      <p:pic>
        <p:nvPicPr>
          <p:cNvPr id="7" name="Picture 6" descr="c7d63ecd07fe81d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3886200"/>
            <a:ext cx="6400800" cy="1752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组合演示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/>
          <a:p>
            <a:r>
              <a:t>代码与图表结合</a:t>
            </a:r>
          </a:p>
        </p:txBody>
      </p:sp>
      <p:pic>
        <p:nvPicPr>
          <p:cNvPr id="4" name="Picture 3" descr="2c6e64806afc5f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886200"/>
            <a:ext cx="6400800" cy="1752600"/>
          </a:xfrm>
          <a:prstGeom prst="rect">
            <a:avLst/>
          </a:prstGeom>
        </p:spPr>
      </p:pic>
      <p:pic>
        <p:nvPicPr>
          <p:cNvPr id="5" name="Picture 4" descr="4c0d2069364805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886200"/>
            <a:ext cx="6400800" cy="1752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总结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/>
          <a:p>
            <a:r>
              <a:t>预渲染管线支持：</a:t>
            </a:r>
          </a:p>
          <a:p>
            <a:pPr lvl="1"/>
            <a:r>
              <a:t/>
            </a:r>
            <a:r>
              <a:t>代码高亮</a:t>
            </a:r>
            <a:r>
              <a:t>：支持多种编程语言</a:t>
            </a:r>
          </a:p>
          <a:p>
            <a:pPr lvl="1"/>
            <a:r>
              <a:t/>
            </a:r>
            <a:r>
              <a:t>Mermaid图表</a:t>
            </a:r>
            <a:r>
              <a:t>：流程图、序列图、类图、状态图等</a:t>
            </a:r>
          </a:p>
          <a:p>
            <a:pPr lvl="1"/>
            <a:r>
              <a:t/>
            </a:r>
            <a:r>
              <a:t>LaTeX公式</a:t>
            </a:r>
            <a:r>
              <a:t>：数学公式渲染</a:t>
            </a:r>
          </a:p>
          <a:p>
            <a:r>
              <a:t>所有内容预渲染为图片，确保在PPT中完美显示。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高级功能演示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